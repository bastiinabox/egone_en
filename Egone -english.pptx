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1" r:id="rId2"/>
    <p:sldMasterId id="2147483652" r:id="rId3"/>
    <p:sldMasterId id="2147483653" r:id="rId4"/>
    <p:sldMasterId id="2147483654" r:id="rId5"/>
    <p:sldMasterId id="2147483655" r:id="rId6"/>
    <p:sldMasterId id="2147483656" r:id="rId7"/>
    <p:sldMasterId id="2147483657" r:id="rId8"/>
    <p:sldMasterId id="2147483658" r:id="rId9"/>
    <p:sldMasterId id="2147483659" r:id="rId10"/>
    <p:sldMasterId id="2147483660" r:id="rId11"/>
    <p:sldMasterId id="2147483661" r:id="rId12"/>
  </p:sldMasterIdLst>
  <p:notesMasterIdLst>
    <p:notesMasterId r:id="rId28"/>
  </p:notesMasterIdLst>
  <p:sldIdLst>
    <p:sldId id="256" r:id="rId13"/>
    <p:sldId id="257" r:id="rId14"/>
    <p:sldId id="258" r:id="rId15"/>
    <p:sldId id="272" r:id="rId16"/>
    <p:sldId id="261" r:id="rId17"/>
    <p:sldId id="398" r:id="rId18"/>
    <p:sldId id="399" r:id="rId19"/>
    <p:sldId id="263" r:id="rId20"/>
    <p:sldId id="264" r:id="rId21"/>
    <p:sldId id="402" r:id="rId22"/>
    <p:sldId id="267" r:id="rId23"/>
    <p:sldId id="268" r:id="rId24"/>
    <p:sldId id="269" r:id="rId25"/>
    <p:sldId id="270" r:id="rId26"/>
    <p:sldId id="271" r:id="rId27"/>
  </p:sldIdLst>
  <p:sldSz cx="10080625" cy="5670550"/>
  <p:notesSz cx="7559675" cy="10691813"/>
  <p:embeddedFontLst>
    <p:embeddedFont>
      <p:font typeface="Roboto Mono" pitchFamily="2" charset="0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HOcbaa/K2k9rqSLNrZ2uZ/35k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0"/>
    <p:restoredTop sz="94641"/>
  </p:normalViewPr>
  <p:slideViewPr>
    <p:cSldViewPr snapToGrid="0">
      <p:cViewPr varScale="1">
        <p:scale>
          <a:sx n="195" d="100"/>
          <a:sy n="195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font" Target="fonts/font2.fntdata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‹Nr.›</a:t>
            </a:fld>
            <a:endParaRPr sz="14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de-DE" sz="200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Parts are glued in advance to give more stability</a:t>
            </a:r>
            <a:endParaRPr sz="20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F9BF78F1-DD79-CB65-EE3B-99AC3604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>
            <a:extLst>
              <a:ext uri="{FF2B5EF4-FFF2-40B4-BE49-F238E27FC236}">
                <a16:creationId xmlns:a16="http://schemas.microsoft.com/office/drawing/2014/main" id="{6A09D386-A1B2-5EB4-110D-DAB494B3C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3:notes">
            <a:extLst>
              <a:ext uri="{FF2B5EF4-FFF2-40B4-BE49-F238E27FC236}">
                <a16:creationId xmlns:a16="http://schemas.microsoft.com/office/drawing/2014/main" id="{366EA12F-1883-79FD-79B2-58B1A8933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de-DE" sz="200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Parts are glued in advance to give more stability</a:t>
            </a:r>
            <a:endParaRPr sz="20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6553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de-DE" sz="2000" b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Parts are glued in advance to give more stability</a:t>
            </a:r>
            <a:endParaRPr sz="20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1-Default" type="objAndTx">
  <p:cSld name="OBJECT_AND_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504000" y="442080"/>
            <a:ext cx="9071640" cy="79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504000" y="1362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2"/>
          </p:nvPr>
        </p:nvSpPr>
        <p:spPr>
          <a:xfrm>
            <a:off x="504000" y="1362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1-Default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260078" y="3631798"/>
            <a:ext cx="7560469" cy="865987"/>
          </a:xfrm>
        </p:spPr>
        <p:txBody>
          <a:bodyPr anchor="ctr"/>
          <a:lstStyle>
            <a:lvl1pPr algn="ctr">
              <a:defRPr sz="496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260078" y="4534590"/>
            <a:ext cx="7560469" cy="595333"/>
          </a:xfrm>
        </p:spPr>
        <p:txBody>
          <a:bodyPr anchor="ctr"/>
          <a:lstStyle>
            <a:lvl1pPr marL="0" indent="0" algn="ctr">
              <a:buNone/>
              <a:defRPr sz="1984"/>
            </a:lvl1pPr>
            <a:lvl2pPr marL="378013" indent="0" algn="ctr">
              <a:buNone/>
              <a:defRPr sz="1654"/>
            </a:lvl2pPr>
            <a:lvl3pPr marL="756026" indent="0" algn="ctr">
              <a:buNone/>
              <a:defRPr sz="1488"/>
            </a:lvl3pPr>
            <a:lvl4pPr marL="1134039" indent="0" algn="ctr">
              <a:buNone/>
              <a:defRPr sz="1323"/>
            </a:lvl4pPr>
            <a:lvl5pPr marL="1512052" indent="0" algn="ctr">
              <a:buNone/>
              <a:defRPr sz="1323"/>
            </a:lvl5pPr>
            <a:lvl6pPr marL="1890065" indent="0" algn="ctr">
              <a:buNone/>
              <a:defRPr sz="1323"/>
            </a:lvl6pPr>
            <a:lvl7pPr marL="2268078" indent="0" algn="ctr">
              <a:buNone/>
              <a:defRPr sz="1323"/>
            </a:lvl7pPr>
            <a:lvl8pPr marL="2646091" indent="0" algn="ctr">
              <a:buNone/>
              <a:defRPr sz="1323"/>
            </a:lvl8pPr>
            <a:lvl9pPr marL="3024104" indent="0" algn="ctr">
              <a:buNone/>
              <a:defRPr sz="1323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6433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3.xml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4.xml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5.xml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6.xml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7.xml"/><Relationship Id="rId4" Type="http://schemas.openxmlformats.org/officeDocument/2006/relationships/image" Target="../media/image3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8.xml"/><Relationship Id="rId4" Type="http://schemas.openxmlformats.org/officeDocument/2006/relationships/image" Target="../media/image3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9.xml"/><Relationship Id="rId4" Type="http://schemas.openxmlformats.org/officeDocument/2006/relationships/image" Target="../media/image3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10.xml"/><Relationship Id="rId4" Type="http://schemas.openxmlformats.org/officeDocument/2006/relationships/image" Target="../media/image3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11.xml"/><Relationship Id="rId4" Type="http://schemas.openxmlformats.org/officeDocument/2006/relationships/image" Target="../media/image3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12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7"/>
          <p:cNvSpPr txBox="1">
            <a:spLocks noGrp="1"/>
          </p:cNvSpPr>
          <p:nvPr>
            <p:ph type="title"/>
          </p:nvPr>
        </p:nvSpPr>
        <p:spPr>
          <a:xfrm>
            <a:off x="504000" y="442080"/>
            <a:ext cx="9071640" cy="79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body" idx="1"/>
          </p:nvPr>
        </p:nvSpPr>
        <p:spPr>
          <a:xfrm>
            <a:off x="504000" y="1362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16" name="Google Shape;16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7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0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1260360" y="928800"/>
            <a:ext cx="7559640" cy="197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1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504000" y="442080"/>
            <a:ext cx="9071640" cy="79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title" idx="2"/>
          </p:nvPr>
        </p:nvSpPr>
        <p:spPr>
          <a:xfrm>
            <a:off x="504000" y="1362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2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687240" y="1414440"/>
            <a:ext cx="8694720" cy="235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687240" y="3794040"/>
            <a:ext cx="8694720" cy="124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3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504000" y="442080"/>
            <a:ext cx="9071640" cy="79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title" idx="2"/>
          </p:nvPr>
        </p:nvSpPr>
        <p:spPr>
          <a:xfrm>
            <a:off x="503280" y="1362240"/>
            <a:ext cx="4459320" cy="328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title" idx="3"/>
          </p:nvPr>
        </p:nvSpPr>
        <p:spPr>
          <a:xfrm>
            <a:off x="5114880" y="1362240"/>
            <a:ext cx="4460760" cy="328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4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4"/>
          <p:cNvSpPr txBox="1">
            <a:spLocks noGrp="1"/>
          </p:cNvSpPr>
          <p:nvPr>
            <p:ph type="title"/>
          </p:nvPr>
        </p:nvSpPr>
        <p:spPr>
          <a:xfrm>
            <a:off x="693720" y="301680"/>
            <a:ext cx="8694720" cy="109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1"/>
          </p:nvPr>
        </p:nvSpPr>
        <p:spPr>
          <a:xfrm>
            <a:off x="693720" y="1390680"/>
            <a:ext cx="4265640" cy="68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title" idx="2"/>
          </p:nvPr>
        </p:nvSpPr>
        <p:spPr>
          <a:xfrm>
            <a:off x="693720" y="2071800"/>
            <a:ext cx="4265640" cy="30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body" idx="3"/>
          </p:nvPr>
        </p:nvSpPr>
        <p:spPr>
          <a:xfrm>
            <a:off x="5103720" y="1390680"/>
            <a:ext cx="4284720" cy="68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title" idx="4"/>
          </p:nvPr>
        </p:nvSpPr>
        <p:spPr>
          <a:xfrm>
            <a:off x="5103720" y="2071800"/>
            <a:ext cx="4284720" cy="30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5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5"/>
          <p:cNvSpPr txBox="1">
            <a:spLocks noGrp="1"/>
          </p:cNvSpPr>
          <p:nvPr>
            <p:ph type="title"/>
          </p:nvPr>
        </p:nvSpPr>
        <p:spPr>
          <a:xfrm>
            <a:off x="504000" y="442080"/>
            <a:ext cx="9071640" cy="79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6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6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7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693720" y="378000"/>
            <a:ext cx="3251160" cy="132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title" idx="2"/>
          </p:nvPr>
        </p:nvSpPr>
        <p:spPr>
          <a:xfrm>
            <a:off x="4286160" y="816120"/>
            <a:ext cx="5102280" cy="403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body" idx="1"/>
          </p:nvPr>
        </p:nvSpPr>
        <p:spPr>
          <a:xfrm>
            <a:off x="693720" y="1701720"/>
            <a:ext cx="3251160" cy="315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8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693720" y="378000"/>
            <a:ext cx="3251160" cy="132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title" idx="2"/>
          </p:nvPr>
        </p:nvSpPr>
        <p:spPr>
          <a:xfrm>
            <a:off x="4286160" y="816120"/>
            <a:ext cx="5102280" cy="403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1"/>
          </p:nvPr>
        </p:nvSpPr>
        <p:spPr>
          <a:xfrm>
            <a:off x="693720" y="1701720"/>
            <a:ext cx="3251160" cy="315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9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504000" y="442080"/>
            <a:ext cx="9071640" cy="79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 rot="5400000">
            <a:off x="3395700" y="-1529100"/>
            <a:ext cx="3288240" cy="907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3040" y="-36000"/>
            <a:ext cx="870048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6400">
            <a:off x="120600" y="2922840"/>
            <a:ext cx="99900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0"/>
          <p:cNvSpPr/>
          <p:nvPr/>
        </p:nvSpPr>
        <p:spPr>
          <a:xfrm>
            <a:off x="8869680" y="127440"/>
            <a:ext cx="950400" cy="6400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5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4480" y="218880"/>
            <a:ext cx="125352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0"/>
          <p:cNvSpPr txBox="1">
            <a:spLocks noGrp="1"/>
          </p:cNvSpPr>
          <p:nvPr>
            <p:ph type="title"/>
          </p:nvPr>
        </p:nvSpPr>
        <p:spPr>
          <a:xfrm rot="5400000">
            <a:off x="6337080" y="1413000"/>
            <a:ext cx="4210200" cy="226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1" name="Google Shape;141;p30"/>
          <p:cNvSpPr txBox="1">
            <a:spLocks noGrp="1"/>
          </p:cNvSpPr>
          <p:nvPr>
            <p:ph type="body" idx="1"/>
          </p:nvPr>
        </p:nvSpPr>
        <p:spPr>
          <a:xfrm rot="5400000">
            <a:off x="1724760" y="-780120"/>
            <a:ext cx="4210200" cy="665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4" name="Google Shape;144;p30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6360" y="1185120"/>
            <a:ext cx="5147280" cy="1877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"/>
          <p:cNvSpPr txBox="1"/>
          <p:nvPr/>
        </p:nvSpPr>
        <p:spPr>
          <a:xfrm>
            <a:off x="2433960" y="3291840"/>
            <a:ext cx="5212080" cy="55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1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b="1" u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Ein FabLab im Oberland</a:t>
            </a:r>
            <a:endParaRPr sz="2800" b="0" u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8524440" y="196560"/>
            <a:ext cx="1556280" cy="5515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837720" y="1625040"/>
            <a:ext cx="1338480" cy="33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Robopet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9600" y="1360440"/>
            <a:ext cx="4424040" cy="294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A541811-BD7F-F56A-8430-C3260D92C7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2286" y="1257102"/>
            <a:ext cx="9057104" cy="4096178"/>
          </a:xfrm>
          <a:prstGeom prst="rect">
            <a:avLst/>
          </a:prstGeom>
        </p:spPr>
      </p:pic>
      <p:sp>
        <p:nvSpPr>
          <p:cNvPr id="165" name="Google Shape;165;p3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669240" y="994320"/>
            <a:ext cx="1022400" cy="33761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Partslist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2A5B3AF9-8626-E18E-0575-E7E72EF1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>
            <a:extLst>
              <a:ext uri="{FF2B5EF4-FFF2-40B4-BE49-F238E27FC236}">
                <a16:creationId xmlns:a16="http://schemas.microsoft.com/office/drawing/2014/main" id="{78AAF34C-57E8-F892-4A1E-CAFF10FB76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>
            <a:extLst>
              <a:ext uri="{FF2B5EF4-FFF2-40B4-BE49-F238E27FC236}">
                <a16:creationId xmlns:a16="http://schemas.microsoft.com/office/drawing/2014/main" id="{D62B4DF6-9E23-C7A8-F6A6-7E6D6E0876DF}"/>
              </a:ext>
            </a:extLst>
          </p:cNvPr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746E6585-9EE3-FFF3-C53D-F6085D7FF0F3}"/>
              </a:ext>
            </a:extLst>
          </p:cNvPr>
          <p:cNvGrpSpPr/>
          <p:nvPr/>
        </p:nvGrpSpPr>
        <p:grpSpPr>
          <a:xfrm>
            <a:off x="732466" y="819480"/>
            <a:ext cx="8923598" cy="4286021"/>
            <a:chOff x="732466" y="819480"/>
            <a:chExt cx="8072438" cy="3794668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446D8DE3-F1DC-9D90-5C69-496415A76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732466" y="1349288"/>
              <a:ext cx="8072438" cy="2600902"/>
            </a:xfrm>
            <a:prstGeom prst="rect">
              <a:avLst/>
            </a:prstGeom>
          </p:spPr>
        </p:pic>
        <p:sp>
          <p:nvSpPr>
            <p:cNvPr id="4" name="Pfeil: nach unten 6">
              <a:extLst>
                <a:ext uri="{FF2B5EF4-FFF2-40B4-BE49-F238E27FC236}">
                  <a16:creationId xmlns:a16="http://schemas.microsoft.com/office/drawing/2014/main" id="{14EA0ECA-FCFE-C4DA-62EE-0188BD36BC89}"/>
                </a:ext>
              </a:extLst>
            </p:cNvPr>
            <p:cNvSpPr/>
            <p:nvPr/>
          </p:nvSpPr>
          <p:spPr>
            <a:xfrm>
              <a:off x="4161127" y="3764697"/>
              <a:ext cx="342900" cy="81125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675"/>
            </a:p>
          </p:txBody>
        </p:sp>
        <p:sp>
          <p:nvSpPr>
            <p:cNvPr id="5" name="Pfeil: nach unten 11">
              <a:extLst>
                <a:ext uri="{FF2B5EF4-FFF2-40B4-BE49-F238E27FC236}">
                  <a16:creationId xmlns:a16="http://schemas.microsoft.com/office/drawing/2014/main" id="{7E27CA22-94BD-E4A1-1313-D5035CF77B6E}"/>
                </a:ext>
              </a:extLst>
            </p:cNvPr>
            <p:cNvSpPr/>
            <p:nvPr/>
          </p:nvSpPr>
          <p:spPr>
            <a:xfrm>
              <a:off x="1783363" y="3772885"/>
              <a:ext cx="342900" cy="81125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675"/>
            </a:p>
          </p:txBody>
        </p:sp>
        <p:sp>
          <p:nvSpPr>
            <p:cNvPr id="6" name="Pfeil: nach unten 12">
              <a:extLst>
                <a:ext uri="{FF2B5EF4-FFF2-40B4-BE49-F238E27FC236}">
                  <a16:creationId xmlns:a16="http://schemas.microsoft.com/office/drawing/2014/main" id="{B500C23C-A2FA-408E-81BB-4A0CFFAD64C0}"/>
                </a:ext>
              </a:extLst>
            </p:cNvPr>
            <p:cNvSpPr/>
            <p:nvPr/>
          </p:nvSpPr>
          <p:spPr>
            <a:xfrm flipV="1">
              <a:off x="2764486" y="1207666"/>
              <a:ext cx="342900" cy="88688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675"/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46357103-B924-8B06-77EA-F054C019846A}"/>
                </a:ext>
              </a:extLst>
            </p:cNvPr>
            <p:cNvSpPr txBox="1"/>
            <p:nvPr/>
          </p:nvSpPr>
          <p:spPr>
            <a:xfrm>
              <a:off x="2209800" y="4205409"/>
              <a:ext cx="3281633" cy="408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400" dirty="0"/>
                <a:t>2x                            6x 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4FBDDF26-A4EB-1A8F-529F-C6788BBCC680}"/>
                </a:ext>
              </a:extLst>
            </p:cNvPr>
            <p:cNvSpPr txBox="1"/>
            <p:nvPr/>
          </p:nvSpPr>
          <p:spPr>
            <a:xfrm>
              <a:off x="1524007" y="899415"/>
              <a:ext cx="5383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400" dirty="0"/>
                <a:t>4x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FF6D379A-3B3F-156D-4D2D-011802A063BB}"/>
                </a:ext>
              </a:extLst>
            </p:cNvPr>
            <p:cNvSpPr txBox="1"/>
            <p:nvPr/>
          </p:nvSpPr>
          <p:spPr>
            <a:xfrm>
              <a:off x="2681398" y="819480"/>
              <a:ext cx="461423" cy="408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2x</a:t>
              </a:r>
            </a:p>
          </p:txBody>
        </p:sp>
        <p:sp>
          <p:nvSpPr>
            <p:cNvPr id="10" name="Pfeil: nach unten 13">
              <a:extLst>
                <a:ext uri="{FF2B5EF4-FFF2-40B4-BE49-F238E27FC236}">
                  <a16:creationId xmlns:a16="http://schemas.microsoft.com/office/drawing/2014/main" id="{F33BE880-BDAD-FFE5-DEC2-CC7633A19606}"/>
                </a:ext>
              </a:extLst>
            </p:cNvPr>
            <p:cNvSpPr/>
            <p:nvPr/>
          </p:nvSpPr>
          <p:spPr>
            <a:xfrm flipV="1">
              <a:off x="1587828" y="1250921"/>
              <a:ext cx="342900" cy="63752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675"/>
            </a:p>
          </p:txBody>
        </p:sp>
        <p:sp>
          <p:nvSpPr>
            <p:cNvPr id="11" name="Pfeil: nach unten 12">
              <a:extLst>
                <a:ext uri="{FF2B5EF4-FFF2-40B4-BE49-F238E27FC236}">
                  <a16:creationId xmlns:a16="http://schemas.microsoft.com/office/drawing/2014/main" id="{9EF75E40-5F42-49F9-F1C6-AD7EDA80D732}"/>
                </a:ext>
              </a:extLst>
            </p:cNvPr>
            <p:cNvSpPr/>
            <p:nvPr/>
          </p:nvSpPr>
          <p:spPr>
            <a:xfrm>
              <a:off x="6915812" y="2934924"/>
              <a:ext cx="342900" cy="123539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675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9C4A9D2-F8BB-D0B2-133A-E400F952FC27}"/>
                </a:ext>
              </a:extLst>
            </p:cNvPr>
            <p:cNvSpPr txBox="1"/>
            <p:nvPr/>
          </p:nvSpPr>
          <p:spPr>
            <a:xfrm>
              <a:off x="6887900" y="4178511"/>
              <a:ext cx="461423" cy="4087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2x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96380BEA-B4F1-FD62-3407-2F62A5F1DDC0}"/>
                </a:ext>
              </a:extLst>
            </p:cNvPr>
            <p:cNvSpPr txBox="1"/>
            <p:nvPr/>
          </p:nvSpPr>
          <p:spPr>
            <a:xfrm>
              <a:off x="4063393" y="1778767"/>
              <a:ext cx="5383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400" dirty="0"/>
                <a:t>4x</a:t>
              </a:r>
            </a:p>
          </p:txBody>
        </p:sp>
      </p:grpSp>
      <p:sp>
        <p:nvSpPr>
          <p:cNvPr id="15" name="Google Shape;167;p3">
            <a:extLst>
              <a:ext uri="{FF2B5EF4-FFF2-40B4-BE49-F238E27FC236}">
                <a16:creationId xmlns:a16="http://schemas.microsoft.com/office/drawing/2014/main" id="{7E6FC07C-C773-9085-5D3F-9987FBD9F7E9}"/>
              </a:ext>
            </a:extLst>
          </p:cNvPr>
          <p:cNvSpPr/>
          <p:nvPr/>
        </p:nvSpPr>
        <p:spPr>
          <a:xfrm>
            <a:off x="669240" y="994320"/>
            <a:ext cx="1022400" cy="33761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Partslist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902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3560" y="1508760"/>
            <a:ext cx="3695400" cy="338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F8C25F9E-F1F1-499F-D0B9-12151A6E75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228850" y="954382"/>
            <a:ext cx="4757165" cy="4362669"/>
          </a:xfrm>
          <a:prstGeom prst="rect">
            <a:avLst/>
          </a:prstGeom>
        </p:spPr>
      </p:pic>
      <p:sp>
        <p:nvSpPr>
          <p:cNvPr id="3" name="Google Shape;167;p3">
            <a:extLst>
              <a:ext uri="{FF2B5EF4-FFF2-40B4-BE49-F238E27FC236}">
                <a16:creationId xmlns:a16="http://schemas.microsoft.com/office/drawing/2014/main" id="{070217C2-51C3-0538-9810-889312C9DF40}"/>
              </a:ext>
            </a:extLst>
          </p:cNvPr>
          <p:cNvSpPr/>
          <p:nvPr/>
        </p:nvSpPr>
        <p:spPr>
          <a:xfrm>
            <a:off x="669240" y="994320"/>
            <a:ext cx="1022400" cy="33761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Partslist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1081376" y="494968"/>
            <a:ext cx="7560469" cy="666696"/>
          </a:xfrm>
        </p:spPr>
        <p:txBody>
          <a:bodyPr/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Roboterhaustier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492588" y="7007633"/>
            <a:ext cx="3024188" cy="402525"/>
          </a:xfrm>
          <a:prstGeom prst="rect">
            <a:avLst/>
          </a:prstGeom>
        </p:spPr>
        <p:txBody>
          <a:bodyPr vert="horz" lIns="100806" tIns="50403" rIns="100806" bIns="50403" rtlCol="0" anchor="ctr"/>
          <a:lstStyle>
            <a:defPPr>
              <a:defRPr lang="de-DE"/>
            </a:defPPr>
            <a:lvl1pPr marL="0" algn="r" defTabSz="1008035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4017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35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52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6069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20086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4104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8121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2138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B163D5-C478-46E9-A5B4-54710F846912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22874" y="1305250"/>
            <a:ext cx="4775696" cy="1812870"/>
          </a:xfrm>
          <a:prstGeom prst="rect">
            <a:avLst/>
          </a:prstGeom>
        </p:spPr>
      </p:pic>
      <p:sp>
        <p:nvSpPr>
          <p:cNvPr id="11" name="Rechteck 10"/>
          <p:cNvSpPr/>
          <p:nvPr/>
        </p:nvSpPr>
        <p:spPr>
          <a:xfrm>
            <a:off x="143029" y="1410882"/>
            <a:ext cx="2997937" cy="342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78013" algn="ctr">
              <a:lnSpc>
                <a:spcPct val="107000"/>
              </a:lnSpc>
              <a:spcAft>
                <a:spcPts val="661"/>
              </a:spcAft>
            </a:pPr>
            <a:r>
              <a:rPr lang="de-DE" sz="16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Glue the 3 </a:t>
            </a:r>
            <a:r>
              <a:rPr lang="de-DE" sz="16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parts</a:t>
            </a:r>
            <a:r>
              <a:rPr lang="de-DE" sz="16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together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38768" y="2556127"/>
            <a:ext cx="2890962" cy="1745062"/>
          </a:xfrm>
          <a:prstGeom prst="rect">
            <a:avLst/>
          </a:prstGeom>
        </p:spPr>
      </p:pic>
      <p:cxnSp>
        <p:nvCxnSpPr>
          <p:cNvPr id="13" name="Gerade Verbindung mit Pfeil 12"/>
          <p:cNvCxnSpPr>
            <a:stCxn id="11" idx="2"/>
          </p:cNvCxnSpPr>
          <p:nvPr/>
        </p:nvCxnSpPr>
        <p:spPr>
          <a:xfrm>
            <a:off x="1641998" y="1753348"/>
            <a:ext cx="207537" cy="90833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/>
          <p:nvPr/>
        </p:nvCxnSpPr>
        <p:spPr>
          <a:xfrm>
            <a:off x="2477731" y="1756799"/>
            <a:ext cx="576754" cy="904878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/>
          <p:cNvCxnSpPr>
            <a:cxnSpLocks/>
          </p:cNvCxnSpPr>
          <p:nvPr/>
        </p:nvCxnSpPr>
        <p:spPr>
          <a:xfrm flipH="1" flipV="1">
            <a:off x="1881037" y="3140526"/>
            <a:ext cx="476809" cy="124257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lipse 15"/>
          <p:cNvSpPr/>
          <p:nvPr/>
        </p:nvSpPr>
        <p:spPr>
          <a:xfrm>
            <a:off x="1849535" y="3034976"/>
            <a:ext cx="63004" cy="716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44"/>
          </a:p>
        </p:txBody>
      </p:sp>
      <p:sp>
        <p:nvSpPr>
          <p:cNvPr id="25" name="Rechteck 24"/>
          <p:cNvSpPr/>
          <p:nvPr/>
        </p:nvSpPr>
        <p:spPr>
          <a:xfrm>
            <a:off x="527056" y="4416979"/>
            <a:ext cx="3661580" cy="3424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78013" algn="ctr">
              <a:lnSpc>
                <a:spcPct val="107000"/>
              </a:lnSpc>
              <a:spcAft>
                <a:spcPts val="661"/>
              </a:spcAft>
            </a:pPr>
            <a:r>
              <a:rPr lang="de-DE" sz="16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small </a:t>
            </a:r>
            <a:r>
              <a:rPr lang="de-DE" sz="16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</a:t>
            </a:r>
            <a:r>
              <a:rPr lang="de-DE" sz="16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de-DE" sz="16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6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marking</a:t>
            </a:r>
            <a:endParaRPr lang="de-D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22874" y="3088847"/>
            <a:ext cx="4775696" cy="18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802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6;p7">
            <a:extLst>
              <a:ext uri="{FF2B5EF4-FFF2-40B4-BE49-F238E27FC236}">
                <a16:creationId xmlns:a16="http://schemas.microsoft.com/office/drawing/2014/main" id="{9C517B21-8266-3994-3A04-8E88BEC94EF7}"/>
              </a:ext>
            </a:extLst>
          </p:cNvPr>
          <p:cNvSpPr/>
          <p:nvPr/>
        </p:nvSpPr>
        <p:spPr>
          <a:xfrm>
            <a:off x="577800" y="1617480"/>
            <a:ext cx="3042360" cy="3355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de-DE" sz="1600" b="1" dirty="0" err="1"/>
              <a:t>a</a:t>
            </a:r>
            <a:r>
              <a:rPr lang="de-DE" sz="160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ssembly</a:t>
            </a:r>
            <a:r>
              <a:rPr lang="de-DE" sz="160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lang="de-DE" sz="160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sz="16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1081376" y="494968"/>
            <a:ext cx="7560469" cy="666696"/>
          </a:xfrm>
        </p:spPr>
        <p:txBody>
          <a:bodyPr/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Roboterhaustier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492588" y="7007633"/>
            <a:ext cx="3024188" cy="402525"/>
          </a:xfrm>
          <a:prstGeom prst="rect">
            <a:avLst/>
          </a:prstGeom>
        </p:spPr>
        <p:txBody>
          <a:bodyPr vert="horz" lIns="100806" tIns="50403" rIns="100806" bIns="50403" rtlCol="0" anchor="ctr"/>
          <a:lstStyle>
            <a:defPPr>
              <a:defRPr lang="de-DE"/>
            </a:defPPr>
            <a:lvl1pPr marL="0" algn="r" defTabSz="1008035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4017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35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52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6069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20086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4104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8121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2138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B163D5-C478-46E9-A5B4-54710F846912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64611" y="1113169"/>
            <a:ext cx="5292328" cy="41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7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8"/>
          <p:cNvPicPr preferRelativeResize="0"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3893760" y="1438999"/>
            <a:ext cx="4246200" cy="365132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/>
          <p:nvPr/>
        </p:nvSpPr>
        <p:spPr>
          <a:xfrm>
            <a:off x="577800" y="1617480"/>
            <a:ext cx="3042360" cy="3355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assembly of the body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9"/>
          <p:cNvPicPr preferRelativeResize="0"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4017600" y="1469676"/>
            <a:ext cx="4047120" cy="383512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577800" y="1617480"/>
            <a:ext cx="3042360" cy="3355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assembly of the body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34428" y="1285873"/>
            <a:ext cx="1464840" cy="3575472"/>
          </a:xfrm>
          <a:prstGeom prst="rect">
            <a:avLst/>
          </a:prstGeom>
        </p:spPr>
      </p:pic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1081376" y="494968"/>
            <a:ext cx="7560469" cy="666696"/>
          </a:xfrm>
        </p:spPr>
        <p:txBody>
          <a:bodyPr/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Roboterhaustier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492588" y="7007633"/>
            <a:ext cx="3024188" cy="402525"/>
          </a:xfrm>
          <a:prstGeom prst="rect">
            <a:avLst/>
          </a:prstGeom>
        </p:spPr>
        <p:txBody>
          <a:bodyPr vert="horz" lIns="100806" tIns="50403" rIns="100806" bIns="50403" rtlCol="0" anchor="ctr"/>
          <a:lstStyle>
            <a:defPPr>
              <a:defRPr lang="de-DE"/>
            </a:defPPr>
            <a:lvl1pPr marL="0" algn="r" defTabSz="1008035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4017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35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52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6069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20086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4104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8121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2138" algn="l" defTabSz="1008035" rtl="0" eaLnBrk="1" latinLnBrk="0" hangingPunct="1"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B163D5-C478-46E9-A5B4-54710F846912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72444" y="1285873"/>
            <a:ext cx="1464840" cy="357547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6D5935F-692B-686F-7BAE-2CF120EFCF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1293" y="1908124"/>
            <a:ext cx="2992468" cy="310422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89B17EA-A6D0-971D-F9F8-515B5138FC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7031747" y="1913088"/>
            <a:ext cx="2992468" cy="3104220"/>
          </a:xfrm>
          <a:prstGeom prst="rect">
            <a:avLst/>
          </a:prstGeom>
        </p:spPr>
      </p:pic>
      <p:sp>
        <p:nvSpPr>
          <p:cNvPr id="3" name="Google Shape;258;p11">
            <a:extLst>
              <a:ext uri="{FF2B5EF4-FFF2-40B4-BE49-F238E27FC236}">
                <a16:creationId xmlns:a16="http://schemas.microsoft.com/office/drawing/2014/main" id="{671BAE72-C95B-45BF-AB6D-6217FA200681}"/>
              </a:ext>
            </a:extLst>
          </p:cNvPr>
          <p:cNvSpPr/>
          <p:nvPr/>
        </p:nvSpPr>
        <p:spPr>
          <a:xfrm>
            <a:off x="3680727" y="1467959"/>
            <a:ext cx="2432690" cy="5829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37800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feets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r>
              <a:rPr lang="de-DE" sz="1490" b="1" dirty="0"/>
              <a:t>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mirrored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62;p11">
            <a:extLst>
              <a:ext uri="{FF2B5EF4-FFF2-40B4-BE49-F238E27FC236}">
                <a16:creationId xmlns:a16="http://schemas.microsoft.com/office/drawing/2014/main" id="{7302CCE9-6D1A-4D4A-3796-1B2E9812C646}"/>
              </a:ext>
            </a:extLst>
          </p:cNvPr>
          <p:cNvSpPr/>
          <p:nvPr/>
        </p:nvSpPr>
        <p:spPr>
          <a:xfrm>
            <a:off x="7496412" y="982254"/>
            <a:ext cx="2490480" cy="577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37800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Watch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feets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freely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50;p10">
            <a:extLst>
              <a:ext uri="{FF2B5EF4-FFF2-40B4-BE49-F238E27FC236}">
                <a16:creationId xmlns:a16="http://schemas.microsoft.com/office/drawing/2014/main" id="{3C682474-30FF-BA8D-5141-DDDD96820624}"/>
              </a:ext>
            </a:extLst>
          </p:cNvPr>
          <p:cNvSpPr/>
          <p:nvPr/>
        </p:nvSpPr>
        <p:spPr>
          <a:xfrm>
            <a:off x="6220667" y="1179059"/>
            <a:ext cx="1976276" cy="5829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37800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de-DE" sz="1490" b="1" u="none" strike="noStrik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Glue</a:t>
            </a:r>
            <a:br>
              <a:rPr lang="de-DE" sz="1490" dirty="0">
                <a:latin typeface="Arial"/>
                <a:ea typeface="Arial"/>
                <a:cs typeface="Arial"/>
                <a:sym typeface="Arial"/>
              </a:rPr>
            </a:br>
            <a:r>
              <a:rPr lang="de-DE" sz="1490" b="1" u="none" strike="noStrik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 the </a:t>
            </a:r>
            <a:r>
              <a:rPr lang="de-DE" sz="1490" b="1" u="none" strike="noStrik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inside</a:t>
            </a:r>
            <a:r>
              <a:rPr lang="de-DE" sz="1490" b="1" u="none" strike="noStrik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251;p10">
            <a:extLst>
              <a:ext uri="{FF2B5EF4-FFF2-40B4-BE49-F238E27FC236}">
                <a16:creationId xmlns:a16="http://schemas.microsoft.com/office/drawing/2014/main" id="{30242D33-E916-3B19-073E-CE765B2AECC3}"/>
              </a:ext>
            </a:extLst>
          </p:cNvPr>
          <p:cNvCxnSpPr>
            <a:cxnSpLocks/>
          </p:cNvCxnSpPr>
          <p:nvPr/>
        </p:nvCxnSpPr>
        <p:spPr>
          <a:xfrm flipH="1">
            <a:off x="6190787" y="1779394"/>
            <a:ext cx="936838" cy="623225"/>
          </a:xfrm>
          <a:prstGeom prst="straightConnector1">
            <a:avLst/>
          </a:prstGeom>
          <a:noFill/>
          <a:ln w="41400" cap="flat" cmpd="sng">
            <a:solidFill>
              <a:schemeClr val="tx1"/>
            </a:solidFill>
            <a:prstDash val="solid"/>
            <a:miter lim="8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38696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078960" y="2088000"/>
            <a:ext cx="3049920" cy="1315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37800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spacers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8000" marR="0" lvl="0" indent="0" algn="ctr" rtl="0">
              <a:lnSpc>
                <a:spcPct val="107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marking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8000" marR="0" lvl="0" indent="0" algn="ctr" rtl="0">
              <a:lnSpc>
                <a:spcPct val="107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parts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together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8000" marR="0" lvl="0" indent="0" algn="ctr" rtl="0">
              <a:lnSpc>
                <a:spcPct val="107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sides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12"/>
          <p:cNvPicPr preferRelativeResize="0"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976760" y="1113885"/>
            <a:ext cx="4173840" cy="41895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12"/>
          <p:cNvCxnSpPr/>
          <p:nvPr/>
        </p:nvCxnSpPr>
        <p:spPr>
          <a:xfrm flipH="1">
            <a:off x="4236120" y="3040920"/>
            <a:ext cx="2329200" cy="990360"/>
          </a:xfrm>
          <a:prstGeom prst="straightConnector1">
            <a:avLst/>
          </a:prstGeom>
          <a:noFill/>
          <a:ln w="4427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72" name="Google Shape;272;p12"/>
          <p:cNvCxnSpPr/>
          <p:nvPr/>
        </p:nvCxnSpPr>
        <p:spPr>
          <a:xfrm flipH="1">
            <a:off x="5509080" y="3281400"/>
            <a:ext cx="1610640" cy="603360"/>
          </a:xfrm>
          <a:prstGeom prst="straightConnector1">
            <a:avLst/>
          </a:prstGeom>
          <a:noFill/>
          <a:ln w="4427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73" name="Google Shape;273;p12"/>
          <p:cNvSpPr/>
          <p:nvPr/>
        </p:nvSpPr>
        <p:spPr>
          <a:xfrm>
            <a:off x="339120" y="3827520"/>
            <a:ext cx="1915920" cy="577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37800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Glue</a:t>
            </a:r>
            <a:br>
              <a:rPr lang="de-DE" sz="1490">
                <a:latin typeface="Arial"/>
                <a:ea typeface="Arial"/>
                <a:cs typeface="Arial"/>
                <a:sym typeface="Arial"/>
              </a:rPr>
            </a:br>
            <a:r>
              <a:rPr lang="de-DE" sz="1490" b="1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 the outside!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13"/>
          <p:cNvPicPr preferRelativeResize="0"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165912" y="1484640"/>
            <a:ext cx="5622895" cy="348084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/>
          <p:nvPr/>
        </p:nvSpPr>
        <p:spPr>
          <a:xfrm>
            <a:off x="3619800" y="1564920"/>
            <a:ext cx="2483640" cy="9885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37800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Install the eccentrics 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8000" marR="0" lvl="0" indent="0" algn="ctr" rtl="0">
              <a:lnSpc>
                <a:spcPct val="107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offset by 180° 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8000" marR="0" lvl="0" indent="0" algn="ctr" rtl="0">
              <a:lnSpc>
                <a:spcPct val="107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the engine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13"/>
          <p:cNvCxnSpPr/>
          <p:nvPr/>
        </p:nvCxnSpPr>
        <p:spPr>
          <a:xfrm>
            <a:off x="4989960" y="2545920"/>
            <a:ext cx="1074600" cy="777960"/>
          </a:xfrm>
          <a:prstGeom prst="straightConnector1">
            <a:avLst/>
          </a:prstGeom>
          <a:noFill/>
          <a:ln w="4427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83" name="Google Shape;283;p13"/>
          <p:cNvCxnSpPr/>
          <p:nvPr/>
        </p:nvCxnSpPr>
        <p:spPr>
          <a:xfrm flipH="1">
            <a:off x="3677760" y="2541960"/>
            <a:ext cx="1184040" cy="667080"/>
          </a:xfrm>
          <a:prstGeom prst="straightConnector1">
            <a:avLst/>
          </a:prstGeom>
          <a:noFill/>
          <a:ln w="44275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pic>
        <p:nvPicPr>
          <p:cNvPr id="284" name="Google Shape;28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7120" y="3894840"/>
            <a:ext cx="413640" cy="41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8360" y="3322440"/>
            <a:ext cx="480600" cy="41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559080" y="1617480"/>
            <a:ext cx="1801080" cy="7732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Assemble the feet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the body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14"/>
          <p:cNvPicPr preferRelativeResize="0"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703240" y="1115673"/>
            <a:ext cx="5867280" cy="4290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296742" y="1713086"/>
            <a:ext cx="2655720" cy="820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37800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the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battery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holder and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solder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cables</a:t>
            </a:r>
            <a:r>
              <a:rPr lang="de-DE" sz="1490" b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lang="de-DE" sz="1490" b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endParaRPr sz="149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5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3157312" y="1161720"/>
            <a:ext cx="4166794" cy="4218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 txBox="1">
            <a:spLocks noGrp="1"/>
          </p:cNvSpPr>
          <p:nvPr>
            <p:ph type="subTitle" idx="4294967295"/>
          </p:nvPr>
        </p:nvSpPr>
        <p:spPr>
          <a:xfrm>
            <a:off x="1081440" y="495000"/>
            <a:ext cx="7560360" cy="6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Egone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283320" y="1324440"/>
            <a:ext cx="1937160" cy="661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37800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Pimp your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8000" marR="0" lvl="0" indent="0" algn="ctr" rtl="0">
              <a:lnSpc>
                <a:spcPct val="107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Robopets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4800" y="3364560"/>
            <a:ext cx="2724840" cy="661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37800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 not discard batteries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8000" marR="0" lvl="0" indent="0" algn="ctr" rtl="0">
              <a:lnSpc>
                <a:spcPct val="107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de-DE" sz="1490" b="1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household waste!</a:t>
            </a:r>
            <a:endParaRPr sz="149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8920" y="1161720"/>
            <a:ext cx="2525040" cy="378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8600" y="1101240"/>
            <a:ext cx="5772240" cy="3848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Macintosh PowerPoint</Application>
  <PresentationFormat>Benutzerdefiniert</PresentationFormat>
  <Paragraphs>65</Paragraphs>
  <Slides>15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12</vt:i4>
      </vt:variant>
      <vt:variant>
        <vt:lpstr>Folientitel</vt:lpstr>
      </vt:variant>
      <vt:variant>
        <vt:i4>15</vt:i4>
      </vt:variant>
    </vt:vector>
  </HeadingPairs>
  <TitlesOfParts>
    <vt:vector size="31" baseType="lpstr">
      <vt:lpstr>Calibri</vt:lpstr>
      <vt:lpstr>Roboto Mono</vt:lpstr>
      <vt:lpstr>Arial</vt:lpstr>
      <vt:lpstr>Times New Roman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Basti</dc:creator>
  <cp:lastModifiedBy>Sebastian Finkl</cp:lastModifiedBy>
  <cp:revision>1</cp:revision>
  <dcterms:created xsi:type="dcterms:W3CDTF">2020-10-12T14:35:53Z</dcterms:created>
  <dcterms:modified xsi:type="dcterms:W3CDTF">2026-10-12T07:40:56Z</dcterms:modified>
</cp:coreProperties>
</file>